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6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B0C64-A525-2D4A-BE54-4C75DD1D8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03C73F-B50E-A9BB-26DA-628076445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A0409-5F92-CDE3-9A4E-8057F876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5EFC-8CAA-42C1-B108-BF69449B6168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14EA6-5484-A481-AD7A-ED850D877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587C0-CB59-BA9B-77A1-5D410C53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6BCE8-ADA2-4A3D-BC7E-E5D430587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17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A5E20-AA6D-BDCC-BCBC-9557BB2DA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A887B-B9F8-4519-C0DF-79F983620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E3CDA-4945-2851-3639-7857EF0EF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5EFC-8CAA-42C1-B108-BF69449B6168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ECB43-5800-219C-1DDC-19B1F76FE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F50AA-92D3-9822-3715-933F51A4E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6BCE8-ADA2-4A3D-BC7E-E5D430587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18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D3EB3-89A4-044E-798C-EF0B73784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4391F-873F-8DA6-B703-65346117A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DE25D-36D8-382F-3738-D11DE6D28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5EFC-8CAA-42C1-B108-BF69449B6168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E6D40-ECD4-C91F-C333-BC233CD30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196CA-5155-82A2-D166-82FBA4B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6BCE8-ADA2-4A3D-BC7E-E5D430587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879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157AE-1A83-4EB4-0F93-EF9D40013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AE8E8-EE99-ACB1-D360-9BAAEF2557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DBE40-BB84-0EFB-6F28-9D670C0E1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3588F-C543-497A-52B0-D3CEBBC7A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5EFC-8CAA-42C1-B108-BF69449B6168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9E582-D41D-47B7-EDA0-220EF493E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6111D-4E44-E366-B33D-439C4B311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6BCE8-ADA2-4A3D-BC7E-E5D430587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7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6654-14DD-0629-3504-551A6B805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BC06A-18DF-BC2C-5CC9-BFCD9FE84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E459D-F8F4-DFE2-1556-3DB166A28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C1D4EB-8C3F-956C-16CF-F88BCBB46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E81B34-50C1-CACB-C44C-B017DBF73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F1DC4E-5F37-81B5-CD87-62692588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5EFC-8CAA-42C1-B108-BF69449B6168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F0D6F3-253C-CB3F-4BA5-C790B53A2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F17789-C39D-54D8-D728-A4A5BB2F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6BCE8-ADA2-4A3D-BC7E-E5D430587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084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09C4-4D8C-B6DF-34FF-8B9E29A5A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38416-CC53-1CDF-3C71-261FE7EC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5EFC-8CAA-42C1-B108-BF69449B6168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667B8-8076-650C-05D9-B469AD5A8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98E8A-6A15-9956-ECA9-F69688E77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6BCE8-ADA2-4A3D-BC7E-E5D430587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571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972584-010C-8757-1000-D3A17A1D4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5EFC-8CAA-42C1-B108-BF69449B6168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A7E16A-EBBF-52A3-E761-0D055D42E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48FC2-ABC3-B15E-100A-E87BA025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6BCE8-ADA2-4A3D-BC7E-E5D430587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965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12107-8E64-D55F-BF78-C9D7FC321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9C6AA-214D-0713-8F77-270D2D02B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7BF14F-6F5B-CED4-E1D6-CDE537755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1BAA0-87A4-C095-2089-3B8AC672D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5EFC-8CAA-42C1-B108-BF69449B6168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12E1A-6BD3-E375-F07E-88E12DD18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780EA-25E1-6DA9-2785-1E6D84D88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6BCE8-ADA2-4A3D-BC7E-E5D430587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715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1F3B-D5C3-F6FD-6B14-827F2C4B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A23724-FE2D-B6FD-FF54-E125405FA1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D3BC9-F0F6-AAA2-502D-ABB6104AD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15070-4866-0BF1-4E7A-F519B88E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5EFC-8CAA-42C1-B108-BF69449B6168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B8130-EEAA-2E35-7961-FCB860E3F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7E439-8994-10FB-893D-4D6C7B30A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6BCE8-ADA2-4A3D-BC7E-E5D430587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098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33F7-0239-1C8A-8907-18CBC5A0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9BCD79-4704-15F5-0927-A3394396F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36157-047E-EFE8-40F0-49EE075F1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5EFC-8CAA-42C1-B108-BF69449B6168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05AC9-4651-6478-0734-6C0B4010C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CB18F-38C0-C40D-AC31-87709A63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6BCE8-ADA2-4A3D-BC7E-E5D430587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246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E6CC7A-6C40-74E1-C1DC-4A429D0E59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98DBA-885F-F347-AE85-C6A5654EF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A4BCF-C817-8462-D692-F32826D1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5EFC-8CAA-42C1-B108-BF69449B6168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0DF7F-B4AB-C04E-74CD-6CEF6D64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63AAB-03B3-1AED-7CC5-09D3F073C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6BCE8-ADA2-4A3D-BC7E-E5D430587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545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C103C6-2B90-70EB-2B9A-BBA645ED5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63BCD-2210-DBFB-C6AE-EE1F265A3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FA9C6-B6E9-EC2E-8A1D-DD47AD740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05EFC-8CAA-42C1-B108-BF69449B6168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F897D-7840-5176-9396-1A88EC397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32794-B854-1EB2-4167-176567BCC7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6BCE8-ADA2-4A3D-BC7E-E5D430587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11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5101A-6C0A-BD7A-3786-791D772409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3DDC0-99C6-801E-D858-6F91701AE5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5026CA-5C8C-60FC-B1EC-046D597F6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B1D2CC0-1DF0-C619-1BA6-FF0E23BB7515}"/>
              </a:ext>
            </a:extLst>
          </p:cNvPr>
          <p:cNvSpPr/>
          <p:nvPr/>
        </p:nvSpPr>
        <p:spPr>
          <a:xfrm>
            <a:off x="339365" y="4317476"/>
            <a:ext cx="11538408" cy="1206631"/>
          </a:xfrm>
          <a:prstGeom prst="rect">
            <a:avLst/>
          </a:prstGeom>
          <a:solidFill>
            <a:srgbClr val="00206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Team Members :</a:t>
            </a:r>
          </a:p>
          <a:p>
            <a:pPr algn="ctr"/>
            <a:r>
              <a:rPr lang="en-US" dirty="0">
                <a:latin typeface="Arial Black" panose="020B0A04020102020204" pitchFamily="34" charset="0"/>
              </a:rPr>
              <a:t>Ashmi </a:t>
            </a:r>
            <a:r>
              <a:rPr lang="en-IN" dirty="0">
                <a:latin typeface="Arial Black" panose="020B0A04020102020204" pitchFamily="34" charset="0"/>
              </a:rPr>
              <a:t>-2023BCS0196</a:t>
            </a:r>
          </a:p>
          <a:p>
            <a:pPr algn="ctr"/>
            <a:r>
              <a:rPr lang="en-IN" dirty="0">
                <a:latin typeface="Arial Black" panose="020B0A04020102020204" pitchFamily="34" charset="0"/>
              </a:rPr>
              <a:t>Hema-2023BCS0130</a:t>
            </a:r>
          </a:p>
          <a:p>
            <a:pPr algn="ctr"/>
            <a:r>
              <a:rPr lang="en-IN" dirty="0">
                <a:latin typeface="Arial Black" panose="020B0A04020102020204" pitchFamily="34" charset="0"/>
              </a:rPr>
              <a:t>Nimisha M Iyer -2023BCD0004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35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99211-9A24-602F-10C1-A70D1DA5D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B7F7D-A0E8-959A-3FD7-FBC861921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C1C698-35C3-7C27-6F9E-B4D3469CD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79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F4AD-43F5-2D0C-8A6B-82DBEA508F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16EA78-EC23-7AAC-CFB5-961E2F0D15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C3E55B-D933-3E96-8F34-1E2854E8B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3C83CC5-8FE0-4B23-819A-1805C07F8E48}"/>
              </a:ext>
            </a:extLst>
          </p:cNvPr>
          <p:cNvSpPr/>
          <p:nvPr/>
        </p:nvSpPr>
        <p:spPr>
          <a:xfrm>
            <a:off x="1524000" y="3247199"/>
            <a:ext cx="700726" cy="1818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520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9EAAA-E2AC-170B-0691-49DC5E8D94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201777-6FAE-4BCD-69FB-7077BAC6D6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F8DBB-F06B-75D7-1C6C-B4F0B63B1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97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2D44B-0847-211A-9109-DF31B3A247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8A6639-C731-82B1-2B5A-8322BCD524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F2221C-BC95-1AB1-F34B-C01A3B9D9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861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FFC84-28CD-87CA-01BF-8BD46C4211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B9A18-9503-E840-D53C-CFF3FF15A5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1457F-1809-6B28-2D48-0A675F37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051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0F9DA-DA21-5F23-900F-EEE44CABDD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772F1A-4391-46CB-8D5D-EE2F7AEBDA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4468A-1F21-DF01-57B4-DE463A5F0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377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8FB8-70A5-78B6-D8FF-8DD5FBA490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E0A12F-A5A0-B642-5D21-1046953099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2F0273-3CCD-62DF-1AFA-F26FFCFF5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35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DBE8-EF5E-924C-DFFF-AF65E9580E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A9565-6967-5551-2C14-FEB7D54F7F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04B7D2-7E56-A391-D5C8-FFEE61301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908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12</Words>
  <Application>Microsoft Office PowerPoint</Application>
  <PresentationFormat>Widescreen</PresentationFormat>
  <Paragraphs>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A NIZAM</dc:creator>
  <cp:lastModifiedBy>M A NIZAM</cp:lastModifiedBy>
  <cp:revision>4</cp:revision>
  <dcterms:created xsi:type="dcterms:W3CDTF">2026-03-10T18:11:20Z</dcterms:created>
  <dcterms:modified xsi:type="dcterms:W3CDTF">2026-03-12T07:52:44Z</dcterms:modified>
</cp:coreProperties>
</file>